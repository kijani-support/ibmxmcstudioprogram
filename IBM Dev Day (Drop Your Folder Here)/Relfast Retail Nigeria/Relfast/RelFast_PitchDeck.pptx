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RELFAST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readiness for Nigerian retailers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WhatsApp delivery chaos with one system that logs,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assigns, tracks, and confirms every package.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 ·  Abuja  ·  Port Harcourt  ·  Ibadan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Build  ·  Executive Narrative  ·  Live Defense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RELFAST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45775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not a delivery system.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0080" y="17373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61C1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737360"/>
            <a:ext cx="73152" cy="3291840"/>
          </a:xfrm>
          <a:prstGeom prst="rect">
            <a:avLst/>
          </a:prstGeom>
          <a:solidFill>
            <a:srgbClr val="A8D95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record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live in group chats and DMs. No one can reliably say who was assigned to what.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17373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61C19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1737360"/>
            <a:ext cx="73152" cy="3291840"/>
          </a:xfrm>
          <a:prstGeom prst="rect">
            <a:avLst/>
          </a:prstGeom>
          <a:solidFill>
            <a:srgbClr val="A8D95E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status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26517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rider is told to pick up, the shop is blind. Customers keep calling “Abeg, where is my order?”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17373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61C19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1737360"/>
            <a:ext cx="73152" cy="3291840"/>
          </a:xfrm>
          <a:prstGeom prst="rect">
            <a:avLst/>
          </a:prstGeom>
          <a:solidFill>
            <a:srgbClr val="A8D95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of delivery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12480" y="26517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end in screenshots and “I dropped it with the gateman.” Nothing is auditable.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RELFAST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45775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WE SERVE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Nigerian retail operations.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0080" y="15544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C1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RETAILER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17373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staff who log the request and need to know it left and arrived.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26060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C1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27889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assigning jobs to riders — often the same person in smaller shops.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C1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3840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/ okada riders who need a clear list and a simple way to update status.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C19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892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0" y="4892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receipt via QR — giving the shop real proof instead of he-said-she-said.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RELFAST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45775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system. Clear roles. Full loop.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0080" y="18288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61C1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creates the request with customer, address, item.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20440" y="18288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61C19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0332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4904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picks a rider from open requests.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8288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61C1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58368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2940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updates: Assigned → Picked Up → Delivered.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281160" y="182880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61C19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46404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0976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scans QR and confirms receipt.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RELFAST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45775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731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stack we can defend.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Socket.io client (zero build)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Socket.io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store — no external DB required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role-based (retailer / dispatcher / rider)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events: delivery:new / updated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1752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per delivery for confirmation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21040" y="146304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161C19"/>
          </a:solidFill>
          <a:ln/>
        </p:spPr>
      </p:sp>
      <p:sp>
        <p:nvSpPr>
          <p:cNvPr id="27" name="Text 25"/>
          <p:cNvSpPr/>
          <p:nvPr/>
        </p:nvSpPr>
        <p:spPr>
          <a:xfrm>
            <a:off x="854964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49640" y="228600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services.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one command.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explainable in under 30 seconds.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live panel demo.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RELFAST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45775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state machine.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22960" y="2103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61C19"/>
          </a:solidFill>
          <a:ln w="19050">
            <a:solidFill>
              <a:srgbClr val="2A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31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54680" y="23317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57600" y="2103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61C19"/>
          </a:solidFill>
          <a:ln w="19050">
            <a:solidFill>
              <a:srgbClr val="2A32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331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89320" y="23317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92240" y="2103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61C19"/>
          </a:solidFill>
          <a:ln w="19050">
            <a:solidFill>
              <a:srgbClr val="2A3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331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PICKED UP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23960" y="23317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326880" y="2103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61C19"/>
          </a:solidFill>
          <a:ln w="19050">
            <a:solidFill>
              <a:srgbClr val="A8D9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2331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legal transitions are allowed. Riders can only advance their own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jumps are rejected by the API.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every status change is broadcast so retailer, dispatcher, and rider stay in sync.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RELFAST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45775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731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surface our own weak points.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61C1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GPS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14630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Status-only solves the core visibility problem. GPS needs a mobile app, permissions, and a map provider.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42316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61C1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25603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shops know their riders. Human judgment matters more than auto-dispatch at this scale.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61C1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store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3657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ops, trivial backup, perfect for a live demo. Scale is a post-sprint concern.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61C19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754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WhatsApp / SMS yet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89120" y="4754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visibility first. External messaging is additive, not foundational.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RELFAST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45775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minutes. Full loop.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161C19"/>
          </a:solidFill>
          <a:ln w="25400">
            <a:solidFill>
              <a:srgbClr val="A8D9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Chioma Electronics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 delivery to Lekki — customer, phone, item.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161C19"/>
          </a:solidFill>
          <a:ln w="25400">
            <a:solidFill>
              <a:srgbClr val="A8D9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2697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Tunde Adebayo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request in real time. Assigns Emeka Obi.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794760"/>
            <a:ext cx="640080" cy="640080"/>
          </a:xfrm>
          <a:prstGeom prst="ellipse">
            <a:avLst/>
          </a:prstGeom>
          <a:solidFill>
            <a:srgbClr val="161C19"/>
          </a:solidFill>
          <a:ln w="25400">
            <a:solidFill>
              <a:srgbClr val="A8D9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3736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Emeka Obi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Picked Up, then Delivered. Shows QR.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rgbClr val="161C19"/>
          </a:solidFill>
          <a:ln w="25400">
            <a:solidFill>
              <a:srgbClr val="A8D9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937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73736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37360" y="5166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confirms receipt. Shop has proof.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RELFAST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45775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build next.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0080" y="164592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161C1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2 WEEKS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46888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status alerts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“Suggest rider” button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audit log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164592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161C1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1–2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46888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mobile PWA + GPS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for dispatcher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proof of delivery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0" y="164592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161C19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246888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 support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Auto-dispatch rules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tracking link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0160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RELFAST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45775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STANCE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→ Context → Evidence.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auto-dispatch?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18288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Manual by design. Context: Nigerian shops know their riders. Evidence: Every assignment is logged with who assigned whom.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two people assign the same request?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Last write wins + live broadcast. Context: Rare at this scale. Evidence: Status machine rejects illegal transitions.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scale?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Single JSON store today. Context: Intentional for the freeze. Evidence: Clear path to Postgres + Redis already on the roadmap.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RelFast – Delivery Readiness for Nigerian Retailers</dc:title>
  <dc:subject>PptxGenJS Presentation</dc:subject>
  <dc:creator>RelFast Team</dc:creator>
  <cp:lastModifiedBy>RelFast Team</cp:lastModifiedBy>
  <cp:revision>1</cp:revision>
  <dcterms:created xsi:type="dcterms:W3CDTF">2026-08-27T12:18:12Z</dcterms:created>
  <dcterms:modified xsi:type="dcterms:W3CDTF">2026-08-27T12:18:12Z</dcterms:modified>
</cp:coreProperties>
</file>